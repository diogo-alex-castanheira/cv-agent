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61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170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253480"/>
          </a:solidFill>
          <a:ln w="12700">
            <a:solidFill>
              <a:srgbClr val="2534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498080" y="2560320"/>
            <a:ext cx="2286000" cy="2286000"/>
          </a:xfrm>
          <a:prstGeom prst="ellipse">
            <a:avLst/>
          </a:prstGeom>
          <a:solidFill>
            <a:srgbClr val="162055"/>
          </a:solidFill>
          <a:ln w="12700">
            <a:solidFill>
              <a:srgbClr val="162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Candidate Analysis Support System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inteligente de candidatos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Job Descriptions com IA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4480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64008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📄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087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alto de CVs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08760" y="1536192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 dezenas de candidatos por vaga é lento e inconsistente.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8046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48640" y="2240280"/>
            <a:ext cx="64008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08760" y="2313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matching insuficiente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08760" y="2679192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sistemas ATS tradicionais não entendem contexto semântico.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8046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48640" y="3383280"/>
            <a:ext cx="64008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3456432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⚖️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508760" y="3456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subjetiva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3822192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variam consoante o recrutador e o momento.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253480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CV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(PDF)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03120" y="155448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CADCFC"/>
                </a:solidFill>
              </a:rPr>
              <a:t>→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926080" y="150876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253480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926080" y="15087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LLM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Analysis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0" y="155448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CADCFC"/>
                </a:solidFill>
              </a:rPr>
              <a:t>→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5394960" y="150876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253480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94960" y="15087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Scores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&amp; Insights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40880" y="155448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CADCFC"/>
                </a:solidFill>
              </a:rPr>
              <a:t>→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7589520" y="150876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253480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589520" y="15087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Ranking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de CVs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2606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dimensões de avaliação: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017520"/>
            <a:ext cx="2560320" cy="1463040"/>
          </a:xfrm>
          <a:prstGeom prst="rect">
            <a:avLst/>
          </a:prstGeom>
          <a:solidFill>
            <a:srgbClr val="1A2560"/>
          </a:solidFill>
          <a:ln w="25400">
            <a:solidFill>
              <a:srgbClr val="2ECC71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48640" y="3017520"/>
            <a:ext cx="2560320" cy="73152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10896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Domain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Task Alignment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8404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</a:rPr>
              <a:t>Peso: 40%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83280" y="3017520"/>
            <a:ext cx="2560320" cy="1463040"/>
          </a:xfrm>
          <a:prstGeom prst="rect">
            <a:avLst/>
          </a:prstGeom>
          <a:solidFill>
            <a:srgbClr val="1A2560"/>
          </a:solidFill>
          <a:ln w="25400">
            <a:solidFill>
              <a:srgbClr val="F39C12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383280" y="3017520"/>
            <a:ext cx="2560320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474720" y="310896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Required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Skills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474720" y="38404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</a:rPr>
              <a:t>Peso: 35%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3017520"/>
            <a:ext cx="2560320" cy="1463040"/>
          </a:xfrm>
          <a:prstGeom prst="rect">
            <a:avLst/>
          </a:prstGeom>
          <a:solidFill>
            <a:srgbClr val="1A2560"/>
          </a:solidFill>
          <a:ln w="25400">
            <a:solidFill>
              <a:srgbClr val="3498DB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217920" y="3017520"/>
            <a:ext cx="2560320" cy="73152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309360" y="310896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Relevant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Experience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09360" y="38404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</a:rPr>
              <a:t>Peso: 25%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sistema devolve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804672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11556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</a:rPr>
              <a:t>Carla Nogueira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8DB0"/>
                </a:solidFill>
              </a:rPr>
              <a:t>Senior Tax Manager @ KPMG Lisboa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109728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2ECC71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766560" y="10972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8.1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766560" y="1691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Overall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7240" y="1874520"/>
            <a:ext cx="5760720" cy="502920"/>
          </a:xfrm>
          <a:prstGeom prst="rect">
            <a:avLst/>
          </a:prstGeom>
          <a:solidFill>
            <a:srgbClr val="EAF9EE"/>
          </a:solidFill>
          <a:ln w="12700">
            <a:solidFill>
              <a:srgbClr val="A9D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1901952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8449"/>
                </a:solidFill>
              </a:rPr>
              <a:t>"Excelente fit para a função. LLM em Tax Law e 7 anos em Big4 são diferenciais fortes. Sem evidência de gestão de equipa."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560320"/>
            <a:ext cx="1371600" cy="502920"/>
          </a:xfrm>
          <a:prstGeom prst="roundRect">
            <a:avLst>
              <a:gd name="adj" fmla="val 21818"/>
            </a:avLst>
          </a:prstGeom>
          <a:solidFill>
            <a:srgbClr val="2ECC7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25603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8.5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5800" y="3108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</a:rPr>
              <a:t>Domain Alignment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377440" y="2560320"/>
            <a:ext cx="1371600" cy="502920"/>
          </a:xfrm>
          <a:prstGeom prst="roundRect">
            <a:avLst>
              <a:gd name="adj" fmla="val 21818"/>
            </a:avLst>
          </a:prstGeom>
          <a:solidFill>
            <a:srgbClr val="F39C1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377440" y="25603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8.0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286000" y="3108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</a:rPr>
              <a:t>Required Skills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977640" y="2560320"/>
            <a:ext cx="1371600" cy="502920"/>
          </a:xfrm>
          <a:prstGeom prst="roundRect">
            <a:avLst>
              <a:gd name="adj" fmla="val 21818"/>
            </a:avLst>
          </a:prstGeom>
          <a:solidFill>
            <a:srgbClr val="3498D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977640" y="25603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7.5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886200" y="3108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</a:rPr>
              <a:t>Relevant Exp.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" y="3337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⚠️  Key Gaps: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" y="361188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392B"/>
                </a:solidFill>
              </a:rPr>
              <a:t>Sem evidência de liderança de equipa  ·  Experiência em reestruturações limitada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3200400"/>
            <a:ext cx="3657600" cy="3657600"/>
          </a:xfrm>
          <a:prstGeom prst="ellipse">
            <a:avLst/>
          </a:prstGeom>
          <a:solidFill>
            <a:srgbClr val="162055"/>
          </a:solidFill>
          <a:ln w="12700">
            <a:solidFill>
              <a:srgbClr val="162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-731520"/>
            <a:ext cx="2743200" cy="2743200"/>
          </a:xfrm>
          <a:prstGeom prst="ellipse">
            <a:avLst/>
          </a:prstGeom>
          <a:solidFill>
            <a:srgbClr val="253480"/>
          </a:solidFill>
          <a:ln w="12700">
            <a:solidFill>
              <a:srgbClr val="2534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0" y="64008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🚀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155448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48640" y="42062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B8DB0"/>
                </a:solidFill>
              </a:rPr>
              <a:t>1. Inserir Job Description     2. Carregar CV     3. Ver Top 5 candidatos     4. Explorar detalhe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197</Words>
  <Application>Microsoft Office PowerPoint</Application>
  <PresentationFormat>On-screen Show (16:9)</PresentationFormat>
  <Paragraphs>58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CV Matcher</dc:title>
  <dc:subject>PptxGenJS Presentation</dc:subject>
  <dc:creator>PptxGenJS</dc:creator>
  <cp:lastModifiedBy>Marta da Costa Castro</cp:lastModifiedBy>
  <cp:revision>2</cp:revision>
  <dcterms:created xsi:type="dcterms:W3CDTF">2026-05-20T12:55:28Z</dcterms:created>
  <dcterms:modified xsi:type="dcterms:W3CDTF">2026-05-20T13:08:00Z</dcterms:modified>
</cp:coreProperties>
</file>