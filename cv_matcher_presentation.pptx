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Matcher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inteligente de candidatos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Job Descriptions com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704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alto de CVs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361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 dezenas de candidatos por vaga é lento e inconsistente.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134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313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insuficiente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6791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sistemas ATS tradicionais não entendem contexto semântico.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564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subjetiva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8221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variam consoante o recrutador e o momento.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semântica com LLM — vai além das keywords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534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(PDF)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534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394960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534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772400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534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Ranking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 CVs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dimensões de avaliação: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560320" cy="1463040"/>
          </a:xfrm>
          <a:prstGeom prst="rect">
            <a:avLst/>
          </a:prstGeom>
          <a:solidFill>
            <a:srgbClr val="1A2560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17520"/>
            <a:ext cx="256032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Alignment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Peso: 40%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560320" cy="1463040"/>
          </a:xfrm>
          <a:prstGeom prst="rect">
            <a:avLst/>
          </a:prstGeom>
          <a:solidFill>
            <a:srgbClr val="1A2560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017520"/>
            <a:ext cx="256032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Peso: 35%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560320" cy="1463040"/>
          </a:xfrm>
          <a:prstGeom prst="rect">
            <a:avLst/>
          </a:prstGeom>
          <a:solidFill>
            <a:srgbClr val="1A2560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017520"/>
            <a:ext cx="2560320" cy="731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Relevant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Peso: 25%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188720"/>
            <a:ext cx="64008" cy="8229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Streamlit GUI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600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DB0"/>
                </a:solidFill>
              </a:rPr>
              <a:t>Frontend — visualização e interação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20116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DB0"/>
                </a:solidFill>
              </a:rPr>
              <a:t>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6400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286000"/>
            <a:ext cx="640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Python Library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DB0"/>
                </a:solidFill>
              </a:rPr>
              <a:t>Lógica de negócio, chamadas à LLM, acesso à 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31089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DB0"/>
                </a:solidFill>
              </a:rPr>
              <a:t>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3383280"/>
            <a:ext cx="64008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SQLite (.db files)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37947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DB0"/>
                </a:solidFill>
              </a:rPr>
              <a:t>jd.db + 1.db, 2.db … — um ficheiro por Job Description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51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💡  Tudo corre localmente — sem cloud, sem servidor externo. Os ficheiros .db ficam numa diretoria local configurável.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devolve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155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Carla Nogueira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DB0"/>
                </a:solidFill>
              </a:rPr>
              <a:t>Senior Tax Manager @ KPMG Lisboa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2ECC7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8.1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Overall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5760720" cy="502920"/>
          </a:xfrm>
          <a:prstGeom prst="rect">
            <a:avLst/>
          </a:prstGeom>
          <a:solidFill>
            <a:srgbClr val="EAF9EE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0195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8449"/>
                </a:solidFill>
              </a:rPr>
              <a:t>"Excelente fit para a função. LLM em Tax Law e 7 anos em Big4 são diferenciais fortes. Sem evidência de gestão de equipa."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56032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2ECC7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8.5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</a:rPr>
              <a:t>Domain Alignment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256032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F39C1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774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8.0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</a:rPr>
              <a:t>Required Skills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77640" y="256032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776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7.5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862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DB0"/>
                </a:solidFill>
              </a:rPr>
              <a:t>Relevant Exp.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⚠️  Key Gaps: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6118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Sem evidência de liderança de equipa  ·  Experiência em reestruturações limitada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Matcher em ação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DB0"/>
                </a:solidFill>
              </a:rPr>
              <a:t>1. Inserir Job Description     2. Carregar CV     3. Ver Top 5 candidatos     4. Explorar detalhe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Matcher</dc:title>
  <dc:subject>PptxGenJS Presentation</dc:subject>
  <dc:creator>PptxGenJS</dc:creator>
  <cp:lastModifiedBy>PptxGenJS</cp:lastModifiedBy>
  <cp:revision>1</cp:revision>
  <dcterms:created xsi:type="dcterms:W3CDTF">2026-05-20T12:55:28Z</dcterms:created>
  <dcterms:modified xsi:type="dcterms:W3CDTF">2026-05-20T12:55:28Z</dcterms:modified>
</cp:coreProperties>
</file>